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12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warya7853@gmail.com" userId="155d787c83306934" providerId="LiveId" clId="{F74852A7-417B-4EA2-A220-962E5D30CA77}"/>
    <pc:docChg chg="modSld">
      <pc:chgData name="ishwarya7853@gmail.com" userId="155d787c83306934" providerId="LiveId" clId="{F74852A7-417B-4EA2-A220-962E5D30CA77}" dt="2025-11-20T11:08:37.627" v="29" actId="1076"/>
      <pc:docMkLst>
        <pc:docMk/>
      </pc:docMkLst>
      <pc:sldChg chg="modSp mod">
        <pc:chgData name="ishwarya7853@gmail.com" userId="155d787c83306934" providerId="LiveId" clId="{F74852A7-417B-4EA2-A220-962E5D30CA77}" dt="2025-11-20T11:08:37.627" v="29" actId="1076"/>
        <pc:sldMkLst>
          <pc:docMk/>
          <pc:sldMk cId="0" sldId="256"/>
        </pc:sldMkLst>
        <pc:spChg chg="mod">
          <ac:chgData name="ishwarya7853@gmail.com" userId="155d787c83306934" providerId="LiveId" clId="{F74852A7-417B-4EA2-A220-962E5D30CA77}" dt="2025-11-20T11:08:37.627" v="29" actId="1076"/>
          <ac:spMkLst>
            <pc:docMk/>
            <pc:sldMk cId="0" sldId="256"/>
            <ac:spMk id="54" creationId="{00000000-0000-0000-0000-000000000000}"/>
          </ac:spMkLst>
        </pc:spChg>
        <pc:spChg chg="mod">
          <ac:chgData name="ishwarya7853@gmail.com" userId="155d787c83306934" providerId="LiveId" clId="{F74852A7-417B-4EA2-A220-962E5D30CA77}" dt="2025-11-20T08:21:21.236" v="28" actId="20577"/>
          <ac:spMkLst>
            <pc:docMk/>
            <pc:sldMk cId="0" sldId="256"/>
            <ac:spMk id="5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730ff333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730ff333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730ff333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730ff333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730ff3331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730ff3331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730ff3331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730ff3331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730ff3331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730ff3331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730ff333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7730ff333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b98c4e9ef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b98c4e9ef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82829" y="281550"/>
            <a:ext cx="8520600" cy="150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50" dirty="0"/>
              <a:t>DATABASE MANAGEMENT SYSTEM</a:t>
            </a:r>
            <a:endParaRPr sz="375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750" dirty="0"/>
              <a:t>CS23332</a:t>
            </a:r>
            <a:endParaRPr sz="375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77150" y="2064600"/>
            <a:ext cx="8520600" cy="10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1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AND MANAGING TABLES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162700" y="3642000"/>
            <a:ext cx="7538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 ISHWARYA L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  <a:highlight>
                  <a:schemeClr val="lt1"/>
                </a:highlight>
              </a:rPr>
              <a:t>241801098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75" y="0"/>
            <a:ext cx="9144000" cy="9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500"/>
              <a:buFont typeface="Arial"/>
              <a:buNone/>
            </a:pPr>
            <a:r>
              <a:rPr lang="en" sz="2222"/>
              <a:t>1. Create the DEPT table based on the DEPARTMENT following the table instance chart below. Confirm that the table is created.</a:t>
            </a:r>
            <a:endParaRPr sz="2222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688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925" y="1439650"/>
            <a:ext cx="4432400" cy="29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1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09"/>
              <a:buFont typeface="Arial"/>
              <a:buNone/>
            </a:pPr>
            <a:r>
              <a:rPr lang="en" sz="2244"/>
              <a:t>2. Create the EMP table based on the following instance chart. Confirm that the table is created.</a:t>
            </a:r>
            <a:endParaRPr sz="224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00" y="1295700"/>
            <a:ext cx="6700950" cy="375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7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77"/>
              <a:t>3. Modify the EMP table to allow for longer employee last names.            confirm the modification.(Hint: Increase the size to 50)</a:t>
            </a:r>
            <a:endParaRPr sz="2077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6750" y="1853925"/>
            <a:ext cx="4562475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5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225"/>
              <a:buFont typeface="Arial"/>
              <a:buNone/>
            </a:pPr>
            <a:r>
              <a:rPr lang="en" sz="2066"/>
              <a:t>4. Create the EMPLOYEES2 table based on the structure of EMPLOYEES table. Include Only the Employee_id, First_name, Last_name, Salary and Dept_id column. Name the columns Id, First_name, Last_name, salary and Dept_id respectively.</a:t>
            </a:r>
            <a:endParaRPr sz="2066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5275" y="1766850"/>
            <a:ext cx="53314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207000" y="65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5. Drop the EMP table.</a:t>
            </a:r>
            <a:endParaRPr sz="2020"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3175" y="502650"/>
            <a:ext cx="4266600" cy="19447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109925" y="2826950"/>
            <a:ext cx="7973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6. Rename the EMPLOYEES2 table as EMP.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4800" y="3319550"/>
            <a:ext cx="3743100" cy="174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65450" y="0"/>
            <a:ext cx="8714400" cy="9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09"/>
              <a:buFont typeface="Arial"/>
              <a:buNone/>
            </a:pPr>
            <a:r>
              <a:rPr lang="en" sz="2244"/>
              <a:t>7. Add a comment on DEPT and EMP tables. Confirm the modification by describing the table.</a:t>
            </a:r>
            <a:endParaRPr sz="224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94700"/>
            <a:ext cx="8696504" cy="389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8. Drop the First_name column from the EMP table and confirm it.</a:t>
            </a:r>
            <a:endParaRPr sz="2020"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325" y="898650"/>
            <a:ext cx="7853350" cy="3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On-screen Show (16:9)</PresentationFormat>
  <Paragraphs>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DATABASE MANAGEMENT SYSTEM CS23332</vt:lpstr>
      <vt:lpstr>1. Create the DEPT table based on the DEPARTMENT following the table instance chart below. Confirm that the table is created. </vt:lpstr>
      <vt:lpstr>2. Create the EMP table based on the following instance chart. Confirm that the table is created. </vt:lpstr>
      <vt:lpstr>3. Modify the EMP table to allow for longer employee last names.            confirm the modification.(Hint: Increase the size to 50) </vt:lpstr>
      <vt:lpstr>4. Create the EMPLOYEES2 table based on the structure of EMPLOYEES table. Include Only the Employee_id, First_name, Last_name, Salary and Dept_id column. Name the columns Id, First_name, Last_name, salary and Dept_id respectively. </vt:lpstr>
      <vt:lpstr>5. Drop the EMP table.</vt:lpstr>
      <vt:lpstr>7. Add a comment on DEPT and EMP tables. Confirm the modification by describing the table. </vt:lpstr>
      <vt:lpstr>8. Drop the First_name column from the EMP table and confirm it.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ishwarya7853@gmail.com</cp:lastModifiedBy>
  <cp:revision>1</cp:revision>
  <dcterms:modified xsi:type="dcterms:W3CDTF">2025-11-20T11:08:46Z</dcterms:modified>
</cp:coreProperties>
</file>